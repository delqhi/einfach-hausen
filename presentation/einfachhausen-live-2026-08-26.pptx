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7245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einfachhausen.de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26.08.2026 · main 3a8aa93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7245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8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245"/>
                </a:solidFill>
              </a:rPr>
              <a:t>einfachhausen.de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51A17"/>
                </a:solidFill>
              </a:rPr>
              <a:t>Live-Produktstand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5952"/>
                </a:solidFill>
              </a:rPr>
              <a:t>Website · Eigentümer-App · Handwerker-App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907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A73"/>
                </a:solidFill>
              </a:rPr>
              <a:t>Team-Präsentation mit aktuellen Screenshots aus der Produktion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41080" y="132588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6F2E9"/>
          </a:solidFill>
          <a:ln w="12700">
            <a:solidFill>
              <a:srgbClr val="C7DD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7245"/>
                </a:solidFill>
              </a:rPr>
              <a:t>LIVE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006840" y="25786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1A"/>
                </a:solidFill>
              </a:rPr>
              <a:t>GitHub main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1A"/>
                </a:solidFill>
              </a:rPr>
              <a:t>= Produktion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28116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15A"/>
                </a:solidFill>
              </a:rPr>
              <a:t>3a8aa93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5943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16B"/>
                </a:solidFill>
              </a:rPr>
              <a:t>26.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LIVE-STATUS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Produktionsstand verifiziert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Alle Screenshots wurden nach dem Deployment direkt gegen https://einfachhausen.de aufgenommen.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0156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245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C18"/>
                </a:solidFill>
              </a:rPr>
              <a:t>GitHub main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245"/>
                </a:solidFill>
              </a:rPr>
              <a:t>3a8aa93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679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69"/>
                </a:solidFill>
              </a:rPr>
              <a:t>Lokaler main wurde auf origin/main fast-forwarded.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240280"/>
            <a:ext cx="340156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245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C18"/>
                </a:solidFill>
              </a:rPr>
              <a:t>OCI Produktion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245"/>
                </a:solidFill>
              </a:rPr>
              <a:t>3a8aa93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8679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69"/>
                </a:solidFill>
              </a:rPr>
              <a:t>Deployment erfolgreich; Produktion entspricht exakt main.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240280"/>
            <a:ext cx="340156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CE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245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5820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C18"/>
                </a:solidFill>
              </a:rPr>
              <a:t>Healthcheck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245"/>
                </a:solidFill>
              </a:rPr>
              <a:t>OK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8679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69"/>
                </a:solidFill>
              </a:rPr>
              <a:t>API meldet ok=true und database=ready.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02A"/>
                </a:solidFill>
              </a:rPr>
              <a:t>Capture-Umfang: 3 Website-Seiten · 4 Eigentümer-App-Seiten · 4 Handwerker-App-Seiten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WEBSITE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Startseite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1-website-startse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5990" y="1975104"/>
            <a:ext cx="1056972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WEBSITE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Leistungen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https://einfachhausen.de/leistungen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2-website-leistun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031" y="1975104"/>
            <a:ext cx="2424890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WEBSITE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So funktioniert’s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https://einfachhausen.de/so-funktionierts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3-website-so-funktioni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084" y="1975104"/>
            <a:ext cx="2124784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EIGENTÜMER-APP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Start / Hausmeister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4-eigentuemer-app-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336" y="1975104"/>
            <a:ext cx="1272281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EIGENTÜMER-APP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Hausmeister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https://einfachhausen.de/app/hausmeister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5-eigentuemer-app-hausme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303" y="1975104"/>
            <a:ext cx="1994345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EIGENTÜMER-APP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Mein Haus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https://einfachhausen.de/app/home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6-eigentuemer-app-mein-ha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3166" y="1975104"/>
            <a:ext cx="982620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EIGENTÜMER-APP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Tarife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https://einfachhausen.de/app/plans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7-eigentuemer-app-tari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8342" y="1975104"/>
            <a:ext cx="852267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HANDWERKER-APP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Partnerzugang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https://einfachhausen.de/pro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8-handwerker-app-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303" y="1975104"/>
            <a:ext cx="1994345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HANDWERKER-APP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Aufträge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https://einfachhausen.de/pro/orders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09-handwerker-app-auftrae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303" y="1975104"/>
            <a:ext cx="1994345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HANDWERKER-APP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https://einfachhausen.de/pro/team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10-handwerker-app-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274" y="1975104"/>
            <a:ext cx="830403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HANDWERKER-APP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Profil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https://einfachhausen.de/pro/profile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11055096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sx="100000" sy="100000" kx="0" ky="0" algn="bl" rotWithShape="0" blurRad="19050" dist="50800" dir="2700000">
              <a:srgbClr val="AAB3AD">
                <a:alpha val="15000"/>
              </a:srgbClr>
            </a:outerShdw>
          </a:effectLst>
        </p:spPr>
      </p:sp>
      <p:pic>
        <p:nvPicPr>
          <p:cNvPr id="6" name="Image 0" descr="/Users/jeremy/dev/einfach-hausen/presentation/11-handwerker-app-pro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4195" y="1975104"/>
            <a:ext cx="260562" cy="4315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6373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7D77"/>
                </a:solidFill>
              </a:rPr>
              <a:t>Live-Capture direkt von einfachhausen.de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77245"/>
                </a:solidFill>
              </a:rPr>
              <a:t>ÜBERSICHT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A17"/>
                </a:solidFill>
              </a:rPr>
              <a:t>Drei Oberflächen – ein Produkt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18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6B"/>
                </a:solidFill>
              </a:rPr>
              <a:t>Aktueller Produktionsstand zur gemeinsamen Team-Abnahme.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A"/>
                </a:solidFill>
              </a:rPr>
              <a:t>Website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395728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</p:spPr>
      </p:sp>
      <p:pic>
        <p:nvPicPr>
          <p:cNvPr id="7" name="Image 0" descr="/Users/jeremy/dev/einfach-hausen/presentation/01-website-startse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6552" y="2468880"/>
            <a:ext cx="770335" cy="3145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16552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A"/>
                </a:solidFill>
              </a:rPr>
              <a:t>Eigentümer-App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16552" y="2395728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</p:spPr>
      </p:sp>
      <p:pic>
        <p:nvPicPr>
          <p:cNvPr id="10" name="Image 1" descr="/Users/jeremy/dev/einfach-hausen/presentation/04-eigentuemer-app-st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284" y="2468880"/>
            <a:ext cx="927256" cy="31455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38744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1A"/>
                </a:solidFill>
              </a:rPr>
              <a:t>Handwerker-App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38744" y="2395728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</p:spPr>
      </p:sp>
      <p:pic>
        <p:nvPicPr>
          <p:cNvPr id="13" name="Image 2" descr="/Users/jeremy/dev/einfach-hausen/presentation/08-handwerker-app-st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351" y="2468880"/>
            <a:ext cx="1453506" cy="31455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7245"/>
                </a:solidFill>
              </a:rPr>
              <a:t>11 aktuelle Live-Screenshots sind vollständig in dieser Präsentation enthalten.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einfachhausen.de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einfachhausen.de – Live-Produktstand</dc:title>
  <dc:subject>Live-Produktstand: Website, Eigentümer-App, Handwerker-App</dc:subject>
  <dc:creator>einfachhausen.de</dc:creator>
  <cp:lastModifiedBy>einfachhausen.de</cp:lastModifiedBy>
  <cp:revision>1</cp:revision>
  <dcterms:created xsi:type="dcterms:W3CDTF">2026-08-26T01:30:12Z</dcterms:created>
  <dcterms:modified xsi:type="dcterms:W3CDTF">2026-08-26T01:30:12Z</dcterms:modified>
</cp:coreProperties>
</file>