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dev/einfach-hausen/t0165-prime-redesign/presentation/premium/rendered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dev/einfach-hausen/t0165-prime-redesign/presentation/premium/rendered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dev/einfach-hausen/t0165-prime-redesign/presentation/premium/rendered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dev/einfach-hausen/t0165-prime-redesign/presentation/premium/rendered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dev/einfach-hausen/t0165-prime-redesign/presentation/premium/rendered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dev/einfach-hausen/t0165-prime-redesign/presentation/premium/rendered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dev/einfach-hausen/t0165-prime-redesign/presentation/premium/rendered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dev/einfach-hausen/t0165-prime-redesign/presentation/premium/rendered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dev/einfach-hausen/t0165-prime-redesign/presentation/premium/rendered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dev/einfach-hausen/t0165-prime-redesign/presentation/premium/rendered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dev/einfach-hausen/t0165-prime-redesign/presentation/premium/rendered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dev/einfach-hausen/t0165-prime-redesign/presentation/premium/rendered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dev/einfach-hausen/t0165-prime-redesign/presentation/premium/rendered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dev/einfach-hausen/t0165-prime-redesign/presentation/premium/rendered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buntu/dev/einfach-hausen/t0165-prime-redesign/presentation/premium/rendered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einfachhausen.de Premium-Präsentation</dc:title>
  <dc:subject>Generated from reviewed slide PNGs</dc:subject>
  <dc:creator>OpenSIN</dc:creator>
  <cp:lastModifiedBy>OpenSIN</cp:lastModifiedBy>
  <cp:revision>1</cp:revision>
  <dcterms:created xsi:type="dcterms:W3CDTF">2026-08-27T19:15:23Z</dcterms:created>
  <dcterms:modified xsi:type="dcterms:W3CDTF">2026-08-27T19:15:23Z</dcterms:modified>
</cp:coreProperties>
</file>